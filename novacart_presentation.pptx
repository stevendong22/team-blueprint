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0" y="502920"/>
            <a:ext cx="5074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Broken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Bulletproof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840480" y="201168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NovaCart, an Indigo BioMed Company — Wednesday Check-in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40480" y="26060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290779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·  Member 2  ·  Member 3  ·  Member 4  ·  Member 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00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Corporation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48006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2606040" cy="1965960"/>
          </a:xfrm>
          <a:prstGeom prst="rect">
            <a:avLst/>
          </a:prstGeom>
          <a:solidFill>
            <a:srgbClr val="EDF5FF"/>
          </a:solidFill>
          <a:ln w="12700">
            <a:solidFill>
              <a:srgbClr val="D0E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1161288"/>
            <a:ext cx="2386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76072" y="1929384"/>
            <a:ext cx="2276856" cy="0"/>
          </a:xfrm>
          <a:prstGeom prst="line">
            <a:avLst/>
          </a:prstGeom>
          <a:noFill/>
          <a:ln w="12700">
            <a:solidFill>
              <a:srgbClr val="D0E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2002536"/>
            <a:ext cx="23865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gap went undetected for three weeks — dashboards showed green while bad data accumulated.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606040" cy="1965960"/>
          </a:xfrm>
          <a:prstGeom prst="rect">
            <a:avLst/>
          </a:prstGeom>
          <a:solidFill>
            <a:srgbClr val="EDF5FF"/>
          </a:solidFill>
          <a:ln w="12700">
            <a:solidFill>
              <a:srgbClr val="D0E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161288"/>
            <a:ext cx="2386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410712" y="1929384"/>
            <a:ext cx="2276856" cy="0"/>
          </a:xfrm>
          <a:prstGeom prst="line">
            <a:avLst/>
          </a:prstGeom>
          <a:noFill/>
          <a:ln w="12700">
            <a:solidFill>
              <a:srgbClr val="D0E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2002536"/>
            <a:ext cx="23865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silently dropped in a single ingestion run when one source column changed its name.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960120"/>
            <a:ext cx="2606040" cy="1965960"/>
          </a:xfrm>
          <a:prstGeom prst="rect">
            <a:avLst/>
          </a:prstGeom>
          <a:solidFill>
            <a:srgbClr val="EDF5FF"/>
          </a:solidFill>
          <a:ln w="12700">
            <a:solidFill>
              <a:srgbClr val="D0E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88" y="1161288"/>
            <a:ext cx="2386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Sources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245352" y="1929384"/>
            <a:ext cx="2276856" cy="0"/>
          </a:xfrm>
          <a:prstGeom prst="line">
            <a:avLst/>
          </a:prstGeom>
          <a:noFill/>
          <a:ln w="12700">
            <a:solidFill>
              <a:srgbClr val="D0E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2002536"/>
            <a:ext cx="23865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CSV · Customers JSON · Products SQLite — zero shared validation, no unified pipeline.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2004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this properly — not with duct tape."  — Engineering Manager, Day 1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Medallion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stages. Every row tracked. Nothing silently discarded.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91056"/>
            <a:ext cx="2651760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2651760" cy="420624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2336" y="171907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Storage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2336" y="2103120"/>
            <a:ext cx="2395728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all three sources without modification. Preserves exact shape, types, and encoding. Any row that arrives — good or bad — lands here first.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370832"/>
            <a:ext cx="2651760" cy="347472"/>
          </a:xfrm>
          <a:prstGeom prst="rect">
            <a:avLst/>
          </a:prstGeom>
          <a:solidFill>
            <a:srgbClr val="EDF5FF"/>
          </a:solidFill>
          <a:ln w="12700">
            <a:solidFill>
              <a:srgbClr val="D0E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370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sources ingested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71800" y="2944368"/>
            <a:ext cx="2286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3246120" y="1591056"/>
            <a:ext cx="2651760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170432"/>
            <a:ext cx="2651760" cy="42062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17043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74136" y="171907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&amp; Cleaned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74136" y="2103120"/>
            <a:ext cx="2395728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validation rules: referential integrity, non-negative amounts, non-null status, enum checks. Bad rows route to quarantine with reason attached.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4370832"/>
            <a:ext cx="2651760" cy="347472"/>
          </a:xfrm>
          <a:prstGeom prst="rect">
            <a:avLst/>
          </a:prstGeom>
          <a:solidFill>
            <a:srgbClr val="EDF5FF"/>
          </a:solidFill>
          <a:ln w="12700">
            <a:solidFill>
              <a:srgbClr val="D0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4370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bad rows caught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2944368"/>
            <a:ext cx="2286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217920" y="1591056"/>
            <a:ext cx="2651760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170432"/>
            <a:ext cx="2651760" cy="420624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17043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45936" y="171907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Analytics-Ready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45936" y="2103120"/>
            <a:ext cx="2395728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fact_orders + dim_customers (SCD Type 2) + dim_products + dim_dates. Idempotent partition-replace — re-running any date is always safe.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370832"/>
            <a:ext cx="2651760" cy="347472"/>
          </a:xfrm>
          <a:prstGeom prst="rect">
            <a:avLst/>
          </a:prstGeom>
          <a:solidFill>
            <a:srgbClr val="EDF5FF"/>
          </a:solidFill>
          <a:ln w="12700">
            <a:solidFill>
              <a:srgbClr val="D0E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4370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 built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6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 ·  Customer History  ·  14 Tests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 Never Disappears Silently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routes invalid rows to a quarantine file — with the exact rejection reason attached.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15568"/>
          <a:ext cx="83210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097280"/>
                <a:gridCol w="1051560"/>
                <a:gridCol w="38862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_quarantine_reason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6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ORD-1042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$8,450.00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A1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C099 not found in dim_customers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ORD-1057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-$120.00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A1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order 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ORD-1063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A1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status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ORD-1071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A1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exceeds $50k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ORD-1089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A1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Unrecognised status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History is Preserved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 keeps a full audit trail — a customer move never overwrites past orders.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15568"/>
          <a:ext cx="74980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17320"/>
                <a:gridCol w="1188720"/>
                <a:gridCol w="1234440"/>
                <a:gridCol w="1234440"/>
                <a:gridCol w="15087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valid_from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valid_to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is_current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6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Jane Smith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2024-01-01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2024-11-14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Jane Smith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62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Portland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2024-11-15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98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955280" y="151790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closed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955280" y="192024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9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current record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2633472"/>
            <a:ext cx="8321040" cy="658368"/>
          </a:xfrm>
          <a:prstGeom prst="rect">
            <a:avLst/>
          </a:prstGeom>
          <a:solidFill>
            <a:srgbClr val="EDF5FF"/>
          </a:solidFill>
          <a:ln w="12700">
            <a:solidFill>
              <a:srgbClr val="D0E2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633472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1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historic order stays tied to Denver — the move to Portland doesn't rewrite history."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94360"/>
            <a:ext cx="26974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274320" y="2788920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21868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 ·  pytest  ·  0 failures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63240" y="228600"/>
            <a:ext cx="0" cy="4663440"/>
          </a:xfrm>
          <a:prstGeom prst="line">
            <a:avLst/>
          </a:prstGeom>
          <a:noFill/>
          <a:ln w="12700">
            <a:solidFill>
              <a:srgbClr val="C6C6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10128" y="201168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Required Scenarios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10128" y="777240"/>
            <a:ext cx="475488" cy="320040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0128" y="77724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58768" y="77724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— same date, same output every 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10128" y="1353312"/>
            <a:ext cx="475488" cy="320040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353312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58768" y="135331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— bad rows never silently disappear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10128" y="1929384"/>
            <a:ext cx="475488" cy="320040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929384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58768" y="1929384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 — customer history rows preserved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10128" y="2505456"/>
            <a:ext cx="475488" cy="320040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2505456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58768" y="250545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 additive — warn and continue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10128" y="3081528"/>
            <a:ext cx="475488" cy="320040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3081528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58768" y="308152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 subtractive — fail loudly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10128" y="3657600"/>
            <a:ext cx="475488" cy="320040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65760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58768" y="36576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incremental load (Products SQLite)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10128" y="4233672"/>
            <a:ext cx="475488" cy="320040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4233672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58768" y="423367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 with run_id and row counts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to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1527048"/>
            <a:ext cx="263347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68680"/>
            <a:ext cx="2633472" cy="658368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235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Morgan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" y="1216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of Digital Health — Indigo BioMed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" y="1783080"/>
            <a:ext cx="109728" cy="109728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728216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 revenue gap caught in hours, not months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" y="2551176"/>
            <a:ext cx="109728" cy="109728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496312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reflect Sunday's transactions by Monday 8 AM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" y="3319272"/>
            <a:ext cx="109728" cy="109728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3264408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survives any compliance review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36976" y="1527048"/>
            <a:ext cx="263347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36976" y="868680"/>
            <a:ext cx="2633472" cy="65836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9235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Chen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64992" y="1216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Data Platforms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01568" y="1783080"/>
            <a:ext cx="109728" cy="109728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84448" y="1728216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isolates bad rows — no silent corruption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01568" y="2551176"/>
            <a:ext cx="109728" cy="109728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2496312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 caught before it reaches production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01568" y="3319272"/>
            <a:ext cx="109728" cy="109728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3264408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logged with row counts and run_id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1527048"/>
            <a:ext cx="263347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868680"/>
            <a:ext cx="2633472" cy="65836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9235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 Murphy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54496" y="1216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Ops Manager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91072" y="1783080"/>
            <a:ext cx="109728" cy="109728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1728216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moves don't erase historic order data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91072" y="2551176"/>
            <a:ext cx="109728" cy="109728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2496312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roll-ups trace cleanly to raw source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91072" y="3319272"/>
            <a:ext cx="109728" cy="109728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3264408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any date is always safe (idempotent)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Friday's Final Demo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6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 ·  Live  ·  End to end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011680" cy="3108960"/>
          </a:xfrm>
          <a:prstGeom prst="rect">
            <a:avLst/>
          </a:prstGeom>
          <a:solidFill>
            <a:srgbClr val="002D9C"/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463040"/>
            <a:ext cx="17556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02336" y="2157984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Run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2336" y="2596896"/>
            <a:ext cx="1755648" cy="0"/>
          </a:xfrm>
          <a:prstGeom prst="line">
            <a:avLst/>
          </a:prstGeom>
          <a:noFill/>
          <a:ln w="12700">
            <a:solidFill>
              <a:srgbClr val="458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2724912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run_everything.py for today. Bronze → Silver → Gold. 14 tests pass.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298448"/>
            <a:ext cx="2011680" cy="3108960"/>
          </a:xfrm>
          <a:prstGeom prst="rect">
            <a:avLst/>
          </a:prstGeom>
          <a:solidFill>
            <a:srgbClr val="002D9C"/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1463040"/>
            <a:ext cx="17556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596896" y="2157984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 Caught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96896" y="2596896"/>
            <a:ext cx="1755648" cy="0"/>
          </a:xfrm>
          <a:prstGeom prst="line">
            <a:avLst/>
          </a:prstGeom>
          <a:noFill/>
          <a:ln w="12700">
            <a:solidFill>
              <a:srgbClr val="458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6896" y="2724912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a malformed order row. Re-run. Show quarantine file with reason populated.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298448"/>
            <a:ext cx="2011680" cy="3108960"/>
          </a:xfrm>
          <a:prstGeom prst="rect">
            <a:avLst/>
          </a:prstGeom>
          <a:solidFill>
            <a:srgbClr val="002D9C"/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1463040"/>
            <a:ext cx="17556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791456" y="2157984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Proof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91456" y="2596896"/>
            <a:ext cx="1755648" cy="0"/>
          </a:xfrm>
          <a:prstGeom prst="line">
            <a:avLst/>
          </a:prstGeom>
          <a:noFill/>
          <a:ln w="12700">
            <a:solidFill>
              <a:srgbClr val="458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2724912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date twice. Diff the Gold output. Identical — zero duplicates.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1298448"/>
            <a:ext cx="2011680" cy="3108960"/>
          </a:xfrm>
          <a:prstGeom prst="rect">
            <a:avLst/>
          </a:prstGeom>
          <a:solidFill>
            <a:srgbClr val="002D9C"/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86016" y="1463040"/>
            <a:ext cx="17556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986016" y="2157984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86016" y="2596896"/>
            <a:ext cx="1755648" cy="0"/>
          </a:xfrm>
          <a:prstGeom prst="line">
            <a:avLst/>
          </a:prstGeom>
          <a:noFill/>
          <a:ln w="12700">
            <a:solidFill>
              <a:srgbClr val="458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6016" y="2724912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customer city mid-run. Show SCD Type 2: two rows, one closed, one current.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design, stronger engine — we scale the components, not rebuild the system.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828800"/>
            <a:ext cx="2633472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115568"/>
            <a:ext cx="2633472" cy="713232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70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4356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9568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it reliable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" y="2286000"/>
            <a:ext cx="2377440" cy="0"/>
          </a:xfrm>
          <a:prstGeom prst="line">
            <a:avLst/>
          </a:prstGeom>
          <a:noFill/>
          <a:ln w="12700">
            <a:solidFill>
              <a:srgbClr val="D0E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2450592"/>
            <a:ext cx="91440" cy="91440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395728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 pipeline built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" y="2926080"/>
            <a:ext cx="91440" cy="91440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871216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with remediation loop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" y="3401568"/>
            <a:ext cx="91440" cy="91440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346704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tests passing, run history logged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" y="3877056"/>
            <a:ext cx="91440" cy="91440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822192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reruns, SCD Type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36976" y="1828800"/>
            <a:ext cx="2633472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36976" y="1115568"/>
            <a:ext cx="2633472" cy="7132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70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64992" y="14356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64992" y="19568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it run itself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64992" y="2286000"/>
            <a:ext cx="2377440" cy="0"/>
          </a:xfrm>
          <a:prstGeom prst="line">
            <a:avLst/>
          </a:prstGeom>
          <a:noFill/>
          <a:ln w="12700">
            <a:solidFill>
              <a:srgbClr val="D0E2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01568" y="2450592"/>
            <a:ext cx="91440" cy="9144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395728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scheduling + auto-retry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01568" y="2926080"/>
            <a:ext cx="91440" cy="9144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871216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failures, late data, high quarantine rate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01568" y="3401568"/>
            <a:ext cx="91440" cy="9144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346704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dashboard: freshness, volume, quality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01568" y="3877056"/>
            <a:ext cx="91440" cy="9144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822192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validation (table-level, not row-by-row)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01568" y="4352544"/>
            <a:ext cx="91440" cy="9144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4297680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migration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1828800"/>
            <a:ext cx="2633472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1115568"/>
            <a:ext cx="2633472" cy="713232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1170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54496" y="14356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2–5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54496" y="19568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Scale with Indigo BioMed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54496" y="2286000"/>
            <a:ext cx="2377440" cy="0"/>
          </a:xfrm>
          <a:prstGeom prst="line">
            <a:avLst/>
          </a:prstGeom>
          <a:noFill/>
          <a:ln w="12700">
            <a:solidFill>
              <a:srgbClr val="D0E2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91072" y="2450592"/>
            <a:ext cx="91440" cy="91440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55664" y="2395728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at 10x, Spark at 100x — no redesign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91072" y="2926080"/>
            <a:ext cx="91440" cy="91440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55664" y="2871216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tables (watsonx.data) for efficient updates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91072" y="3401568"/>
            <a:ext cx="91440" cy="91440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55664" y="3346704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acquisitions via data contracts + config entry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91072" y="3877056"/>
            <a:ext cx="91440" cy="91440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55664" y="3822192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then near-real-time where required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91072" y="4352544"/>
            <a:ext cx="91440" cy="91440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55664" y="4297680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access controls + audit trail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a Bad Row Go?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is a review queue — every rejected row comes back once the source is fixed.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53312"/>
            <a:ext cx="1463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53312"/>
            <a:ext cx="1463040" cy="384048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533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8105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in Bronze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212848"/>
            <a:ext cx="1280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lands exactly as-is — no changes, no checks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01368" y="2519172"/>
            <a:ext cx="128016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1947672" y="1353312"/>
            <a:ext cx="1463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47672" y="1353312"/>
            <a:ext cx="1463040" cy="384048"/>
          </a:xfrm>
          <a:prstGeom prst="rect">
            <a:avLst/>
          </a:prstGeom>
          <a:solidFill>
            <a:srgbClr val="001D6C"/>
          </a:solidFill>
          <a:ln w="12700">
            <a:solidFill>
              <a:srgbClr val="001D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47672" y="13533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39112" y="18105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Rejects 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39112" y="2212848"/>
            <a:ext cx="1280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fails — negative amount, bad ID, null status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2519172"/>
            <a:ext cx="128016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3575304" y="1353312"/>
            <a:ext cx="1463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75304" y="1353312"/>
            <a:ext cx="1463040" cy="384048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75304" y="13533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66744" y="18105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File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66744" y="2212848"/>
            <a:ext cx="1280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saved with _quarantine_reason and _quarantined_at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56632" y="2519172"/>
            <a:ext cx="128016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5202936" y="1353312"/>
            <a:ext cx="1463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02936" y="1353312"/>
            <a:ext cx="1463040" cy="384048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02936" y="13533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94376" y="18105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Reviews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94376" y="2212848"/>
            <a:ext cx="1280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reprocess_quarantine.py shows every rejection and why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84264" y="2519172"/>
            <a:ext cx="128016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6830568" y="1353312"/>
            <a:ext cx="1463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0568" y="1353312"/>
            <a:ext cx="1463040" cy="38404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0568" y="13533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22008" y="18105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Re-enters Pipeline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22008" y="2212848"/>
            <a:ext cx="1280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fixed → row flows Bronze → Silver → Gold next run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858768"/>
            <a:ext cx="8503920" cy="658368"/>
          </a:xfrm>
          <a:prstGeom prst="rect">
            <a:avLst/>
          </a:prstGeom>
          <a:solidFill>
            <a:srgbClr val="EDF5FF"/>
          </a:solidFill>
          <a:ln w="12700">
            <a:solidFill>
              <a:srgbClr val="D0E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8587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1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revenue is permanently lost — a rejected row is delayed until the source is corrected, then it flows through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kicks off all three stages — from raw landing files to analytics-ready Gold tables.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5120640" cy="3474720"/>
          </a:xfrm>
          <a:prstGeom prst="rect">
            <a:avLst/>
          </a:prstGeom>
          <a:solidFill>
            <a:srgbClr val="1C1C1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78992"/>
            <a:ext cx="5120640" cy="29260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team-blueprint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run_everything.py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Generate sample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9397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Run pipeline (Nov 7–10)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5915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BE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[OK]  2025-11-07  0.024s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62432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BE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[OK]  2025-11-08  0.019s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88950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BE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[OK]  2025-11-09  0.016s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BE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[OK]  2025-11-10  0.015s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41985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Run test suite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6850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BE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14 passed  in 0.58s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95020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21538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All steps complete.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06440" y="10789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happened: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06440" y="1508760"/>
            <a:ext cx="384048" cy="292608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150876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15087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16916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CSV, JSON, SQLite → parquet files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06440" y="2002536"/>
            <a:ext cx="384048" cy="292608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2002536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20025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218541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runs, bad rows → quarantine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06440" y="2496312"/>
            <a:ext cx="384048" cy="292608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2496312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4963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267919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built, partitions replaced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06440" y="2990088"/>
            <a:ext cx="384048" cy="292608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299008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29900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317296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same date → identical output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06440" y="3483864"/>
            <a:ext cx="384048" cy="292608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348386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3483864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Tests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63640" y="3666744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scenarios pass — 0 failures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06440" y="3977640"/>
            <a:ext cx="384048" cy="292608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397764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39776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63640" y="416052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pipeline.jsonl records every run + row counts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2026-10-14T17:15:15Z</dcterms:created>
  <dcterms:modified xsi:type="dcterms:W3CDTF">2026-10-14T17:15:15Z</dcterms:modified>
</cp:coreProperties>
</file>